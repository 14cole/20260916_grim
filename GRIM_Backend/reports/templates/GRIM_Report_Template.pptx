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7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ddf8e80ee454f" /><Relationship Type="http://schemas.openxmlformats.org/officeDocument/2006/relationships/extended-properties" Target="/docProps/app.xml" Id="R92e5629e0b774339" /><Relationship Type="http://schemas.openxmlformats.org/officeDocument/2006/relationships/officeDocument" Target="/ppt/presentation.xml" Id="Re73d2cb352e34b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bbe7cf130438a"/>
  </p:sldMasterIdLst>
  <p:notesMasterIdLst>
    <p:notesMasterId xmlns:r="http://schemas.openxmlformats.org/officeDocument/2006/relationships" r:id="Rf376a62016dd441d"/>
  </p:notesMasterIdLst>
  <p:sldIdLst>
    <p:sldId xmlns:r="http://schemas.openxmlformats.org/officeDocument/2006/relationships" id="256" r:id="Rd4ce413fb6c94f34"/>
    <p:sldId xmlns:r="http://schemas.openxmlformats.org/officeDocument/2006/relationships" id="257" r:id="R8786cf83624442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4e32dd28f4b46" /><Relationship Type="http://schemas.openxmlformats.org/officeDocument/2006/relationships/slideMaster" Target="/ppt/slideMasters/slideMaster1.xml" Id="R698bbe7cf130438a" /><Relationship Type="http://schemas.openxmlformats.org/officeDocument/2006/relationships/notesMaster" Target="/ppt/notesMasters/notesMaster1.xml" Id="Rf376a62016dd441d" /><Relationship Type="http://schemas.openxmlformats.org/officeDocument/2006/relationships/presProps" Target="/ppt/presProps.xml" Id="Re22293ca995a4b6f" /><Relationship Type="http://schemas.openxmlformats.org/officeDocument/2006/relationships/tableStyles" Target="/ppt/tableStyles.xml" Id="R53c4b1c00f6e423a" /><Relationship Type="http://schemas.openxmlformats.org/officeDocument/2006/relationships/slide" Target="/ppt/slides/slide1.xml" Id="Rd4ce413fb6c94f34" /><Relationship Type="http://schemas.openxmlformats.org/officeDocument/2006/relationships/slide" Target="/ppt/slides/slide2.xml" Id="R8786cf83624442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2c1942818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GRIM Report">
  <a:themeElements>
    <a:clrScheme name="GRIM Repo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IM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5f1eabe31b480f" /><Relationship Type="http://schemas.openxmlformats.org/officeDocument/2006/relationships/notesMaster" Target="/ppt/notesMasters/notesMaster1.xml" Id="Rcaca293fee6c48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4c0d406a4e42be" /><Relationship Type="http://schemas.openxmlformats.org/officeDocument/2006/relationships/notesMaster" Target="/ppt/notesMasters/notesMaster1.xml" Id="Ra3769a1b5c4d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c5bf79a8a4a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0405b31f241b2" /></Relationships>
</file>

<file path=ppt/slideLayouts/slideLayout1.xml><?xml version="1.0" encoding="utf-8"?>
<p:sldLayout xmlns:p="http://schemas.openxmlformats.org/presentationml/2006/main">
  <p:cSld name="GRIM Azimuth 3x2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GRIM Frequency Sweep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43ac99f2f49a6" /><Relationship Type="http://schemas.openxmlformats.org/officeDocument/2006/relationships/slideLayout" Target="/ppt/slideLayouts/slideLayout1.xml" Id="Rf389bdd2fea946e3" /><Relationship Type="http://schemas.openxmlformats.org/officeDocument/2006/relationships/slideLayout" Target="/ppt/slideLayouts/slideLayout2.xml" Id="R0498d0fc266646f3" /></Relationships>
</file>

<file path=ppt/slideMasters/slideMaster1.xml><?xml version="1.0" encoding="utf-8"?>
<p:sldMaster xmlns:p="http://schemas.openxmlformats.org/presentationml/2006/main">
  <p:cSld name="GRIM Report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9bdd2fea946e3"/>
    <p:sldLayoutId xmlns:r="http://schemas.openxmlformats.org/officeDocument/2006/relationships" id="2147483650" r:id="R0498d0fc2666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GRIM Report">
  <a:themeElements>
    <a:clrScheme name="GRIM Repo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IM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ac1f148ee4a9e" /><Relationship Type="http://schemas.openxmlformats.org/officeDocument/2006/relationships/chart" Target="/ppt/slides/charts/chart1.xml" Id="R97cf62eacf0d4154" /><Relationship Type="http://schemas.openxmlformats.org/officeDocument/2006/relationships/chart" Target="/ppt/slides/charts/chart2.xml" Id="R2d6010a84e11442c" /><Relationship Type="http://schemas.openxmlformats.org/officeDocument/2006/relationships/chart" Target="/ppt/slides/charts/chart3.xml" Id="Rc8f936b0a83b4ab4" /><Relationship Type="http://schemas.openxmlformats.org/officeDocument/2006/relationships/chart" Target="/ppt/slides/charts/chart4.xml" Id="Rf60c05fcb61843d5" /><Relationship Type="http://schemas.openxmlformats.org/officeDocument/2006/relationships/chart" Target="/ppt/slides/charts/chart5.xml" Id="R113ae5bc2583411f" /><Relationship Type="http://schemas.openxmlformats.org/officeDocument/2006/relationships/chart" Target="/ppt/slides/charts/chart6.xml" Id="Rdde0e85774b84c1f" /><Relationship Type="http://schemas.openxmlformats.org/officeDocument/2006/relationships/notesSlide" Target="/ppt/notesSlides/notesSlide1.xml" Id="R93e39c34b0e64e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56f79453c24098" /><Relationship Type="http://schemas.openxmlformats.org/officeDocument/2006/relationships/chart" Target="/ppt/slides/charts/chart7.xml" Id="Re59cced2797549d5" /><Relationship Type="http://schemas.openxmlformats.org/officeDocument/2006/relationships/notesSlide" Target="/ppt/notesSlides/notesSlide2.xml" Id="R2ec1237d20cf45c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Temporary response</c:v>
          </c:tx>
          <c:spPr>
            <a:solidFill xmlns:a="http://schemas.openxmlformats.org/drawingml/2006/main">
              <a:srgbClr val="2563EB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60</c:v>
              </c:pt>
              <c:pt idx="2">
                <c:v>120</c:v>
              </c:pt>
              <c:pt idx="3">
                <c:v>180</c:v>
              </c:pt>
              <c:pt idx="4">
                <c:v>240</c:v>
              </c:pt>
              <c:pt idx="5">
                <c:v>300</c:v>
              </c:pt>
              <c:pt idx="6">
                <c:v>360</c:v>
              </c:pt>
            </c:numLit>
          </c:cat>
          <c:val>
            <c:numLit>
              <c:formatCode>General</c:formatCode>
              <c:ptCount val="7"/>
              <c:pt idx="0">
                <c:v>0.92</c:v>
              </c:pt>
              <c:pt idx="1">
                <c:v>0.74</c:v>
              </c:pt>
              <c:pt idx="2">
                <c:v>0.42</c:v>
              </c:pt>
              <c:pt idx="3">
                <c:v>0.18</c:v>
              </c:pt>
              <c:pt idx="4">
                <c:v>0.39</c:v>
              </c:pt>
              <c:pt idx="5">
                <c:v>0.76</c:v>
              </c:pt>
              <c:pt idx="6">
                <c:v>0.94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Temporary response</c:v>
          </c:tx>
          <c:spPr>
            <a:solidFill xmlns:a="http://schemas.openxmlformats.org/drawingml/2006/main">
              <a:srgbClr val="D97706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60</c:v>
              </c:pt>
              <c:pt idx="2">
                <c:v>120</c:v>
              </c:pt>
              <c:pt idx="3">
                <c:v>180</c:v>
              </c:pt>
              <c:pt idx="4">
                <c:v>240</c:v>
              </c:pt>
              <c:pt idx="5">
                <c:v>300</c:v>
              </c:pt>
              <c:pt idx="6">
                <c:v>360</c:v>
              </c:pt>
            </c:numLit>
          </c:cat>
          <c:val>
            <c:numLit>
              <c:formatCode>General</c:formatCode>
              <c:ptCount val="7"/>
              <c:pt idx="0">
                <c:v>0.82</c:v>
              </c:pt>
              <c:pt idx="1">
                <c:v>0.62</c:v>
              </c:pt>
              <c:pt idx="2">
                <c:v>0.31</c:v>
              </c:pt>
              <c:pt idx="3">
                <c:v>0.22</c:v>
              </c:pt>
              <c:pt idx="4">
                <c:v>0.46</c:v>
              </c:pt>
              <c:pt idx="5">
                <c:v>0.79</c:v>
              </c:pt>
              <c:pt idx="6">
                <c:v>0.83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Temporary response</c:v>
          </c:tx>
          <c:spPr>
            <a:solidFill xmlns:a="http://schemas.openxmlformats.org/drawingml/2006/main">
              <a:srgbClr val="2563EB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60</c:v>
              </c:pt>
              <c:pt idx="2">
                <c:v>120</c:v>
              </c:pt>
              <c:pt idx="3">
                <c:v>180</c:v>
              </c:pt>
              <c:pt idx="4">
                <c:v>240</c:v>
              </c:pt>
              <c:pt idx="5">
                <c:v>300</c:v>
              </c:pt>
              <c:pt idx="6">
                <c:v>360</c:v>
              </c:pt>
            </c:numLit>
          </c:cat>
          <c:val>
            <c:numLit>
              <c:formatCode>General</c:formatCode>
              <c:ptCount val="7"/>
              <c:pt idx="0">
                <c:v>0.76</c:v>
              </c:pt>
              <c:pt idx="1">
                <c:v>0.51</c:v>
              </c:pt>
              <c:pt idx="2">
                <c:v>0.28</c:v>
              </c:pt>
              <c:pt idx="3">
                <c:v>0.34</c:v>
              </c:pt>
              <c:pt idx="4">
                <c:v>0.58</c:v>
              </c:pt>
              <c:pt idx="5">
                <c:v>0.81</c:v>
              </c:pt>
              <c:pt idx="6">
                <c:v>0.77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Temporary response</c:v>
          </c:tx>
          <c:spPr>
            <a:solidFill xmlns:a="http://schemas.openxmlformats.org/drawingml/2006/main">
              <a:srgbClr val="D97706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60</c:v>
              </c:pt>
              <c:pt idx="2">
                <c:v>120</c:v>
              </c:pt>
              <c:pt idx="3">
                <c:v>180</c:v>
              </c:pt>
              <c:pt idx="4">
                <c:v>240</c:v>
              </c:pt>
              <c:pt idx="5">
                <c:v>300</c:v>
              </c:pt>
              <c:pt idx="6">
                <c:v>360</c:v>
              </c:pt>
            </c:numLit>
          </c:cat>
          <c:val>
            <c:numLit>
              <c:formatCode>General</c:formatCode>
              <c:ptCount val="7"/>
              <c:pt idx="0">
                <c:v>0.88</c:v>
              </c:pt>
              <c:pt idx="1">
                <c:v>0.69</c:v>
              </c:pt>
              <c:pt idx="2">
                <c:v>0.37</c:v>
              </c:pt>
              <c:pt idx="3">
                <c:v>0.19</c:v>
              </c:pt>
              <c:pt idx="4">
                <c:v>0.41</c:v>
              </c:pt>
              <c:pt idx="5">
                <c:v>0.72</c:v>
              </c:pt>
              <c:pt idx="6">
                <c:v>0.89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Temporary response</c:v>
          </c:tx>
          <c:spPr>
            <a:solidFill xmlns:a="http://schemas.openxmlformats.org/drawingml/2006/main">
              <a:srgbClr val="2563EB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60</c:v>
              </c:pt>
              <c:pt idx="2">
                <c:v>120</c:v>
              </c:pt>
              <c:pt idx="3">
                <c:v>180</c:v>
              </c:pt>
              <c:pt idx="4">
                <c:v>240</c:v>
              </c:pt>
              <c:pt idx="5">
                <c:v>300</c:v>
              </c:pt>
              <c:pt idx="6">
                <c:v>360</c:v>
              </c:pt>
            </c:numLit>
          </c:cat>
          <c:val>
            <c:numLit>
              <c:formatCode>General</c:formatCode>
              <c:ptCount val="7"/>
              <c:pt idx="0">
                <c:v>0.71</c:v>
              </c:pt>
              <c:pt idx="1">
                <c:v>0.55</c:v>
              </c:pt>
              <c:pt idx="2">
                <c:v>0.44</c:v>
              </c:pt>
              <c:pt idx="3">
                <c:v>0.29</c:v>
              </c:pt>
              <c:pt idx="4">
                <c:v>0.48</c:v>
              </c:pt>
              <c:pt idx="5">
                <c:v>0.67</c:v>
              </c:pt>
              <c:pt idx="6">
                <c:v>0.72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Temporary response</c:v>
          </c:tx>
          <c:spPr>
            <a:solidFill xmlns:a="http://schemas.openxmlformats.org/drawingml/2006/main">
              <a:srgbClr val="D97706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60</c:v>
              </c:pt>
              <c:pt idx="2">
                <c:v>120</c:v>
              </c:pt>
              <c:pt idx="3">
                <c:v>180</c:v>
              </c:pt>
              <c:pt idx="4">
                <c:v>240</c:v>
              </c:pt>
              <c:pt idx="5">
                <c:v>300</c:v>
              </c:pt>
              <c:pt idx="6">
                <c:v>360</c:v>
              </c:pt>
            </c:numLit>
          </c:cat>
          <c:val>
            <c:numLit>
              <c:formatCode>General</c:formatCode>
              <c:ptCount val="7"/>
              <c:pt idx="0">
                <c:v>0.95</c:v>
              </c:pt>
              <c:pt idx="1">
                <c:v>0.78</c:v>
              </c:pt>
              <c:pt idx="2">
                <c:v>0.47</c:v>
              </c:pt>
              <c:pt idx="3">
                <c:v>0.25</c:v>
              </c:pt>
              <c:pt idx="4">
                <c:v>0.43</c:v>
              </c:pt>
              <c:pt idx="5">
                <c:v>0.75</c:v>
              </c:pt>
              <c:pt idx="6">
                <c:v>0.96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Temporary response</c:v>
          </c:tx>
          <c:spPr>
            <a:solidFill xmlns:a="http://schemas.openxmlformats.org/drawingml/2006/main">
              <a:srgbClr val="2563EB"/>
            </a:solidFill>
          </c:spPr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60</c:v>
              </c:pt>
              <c:pt idx="2">
                <c:v>120</c:v>
              </c:pt>
              <c:pt idx="3">
                <c:v>180</c:v>
              </c:pt>
              <c:pt idx="4">
                <c:v>240</c:v>
              </c:pt>
              <c:pt idx="5">
                <c:v>300</c:v>
              </c:pt>
              <c:pt idx="6">
                <c:v>360</c:v>
              </c:pt>
            </c:numLit>
          </c:cat>
          <c:val>
            <c:numLit>
              <c:formatCode>General</c:formatCode>
              <c:ptCount val="7"/>
              <c:pt idx="0">
                <c:v>0.08</c:v>
              </c:pt>
              <c:pt idx="1">
                <c:v>0.13</c:v>
              </c:pt>
              <c:pt idx="2">
                <c:v>0.27</c:v>
              </c:pt>
              <c:pt idx="3">
                <c:v>0.63</c:v>
              </c:pt>
              <c:pt idx="4">
                <c:v>0.94</c:v>
              </c:pt>
              <c:pt idx="5">
                <c:v>0.72</c:v>
              </c:pt>
              <c:pt idx="6">
                <c:v>0.38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mporary azimuth title">
            <a:extLst xmlns:a="http://schemas.openxmlformats.org/drawingml/2006/main">
              <a:ext uri="{FF2B5EF4-FFF2-40B4-BE49-F238E27FC236}">
                <a16:creationId xmlns:a16="http://schemas.microsoft.com/office/drawing/2014/main" id="{B4186F13-DDE6-432D-888D-9A9C95B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84048"/>
            <a:ext cx="10808208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GRIM Azimuth 3x2 — temporary named layout</a:t>
            </a:r>
          </a:p>
        </p:txBody>
      </p:sp>
      <p:sp>
        <p:nvSpPr>
          <p:cNvPr id="2" name="Temporary azimuth note">
            <a:extLst xmlns:a="http://schemas.openxmlformats.org/drawingml/2006/main">
              <a:ext uri="{FF2B5EF4-FFF2-40B4-BE49-F238E27FC236}">
                <a16:creationId xmlns:a16="http://schemas.microsoft.com/office/drawing/2014/main" id="{37190688-D318-4B25-B804-D3D1C64A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143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Representative seed slide; GRIM removes it during report export.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29768" y="996696"/>
          <a:ext xmlns:a="http://schemas.openxmlformats.org/drawingml/2006/main" cx="3675888" cy="263223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cf62eacf0d4154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258056" y="996696"/>
          <a:ext xmlns:a="http://schemas.openxmlformats.org/drawingml/2006/main" cx="3675888" cy="263223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6010a84e11442c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086344" y="996696"/>
          <a:ext xmlns:a="http://schemas.openxmlformats.org/drawingml/2006/main" cx="3675888" cy="263223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936b0a83b4ab4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29768" y="3755898"/>
          <a:ext xmlns:a="http://schemas.openxmlformats.org/drawingml/2006/main" cx="3675888" cy="263223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0c05fcb61843d5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258056" y="3755898"/>
          <a:ext xmlns:a="http://schemas.openxmlformats.org/drawingml/2006/main" cx="3675888" cy="263223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3ae5bc2583411f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8086344" y="3755898"/>
          <a:ext xmlns:a="http://schemas.openxmlformats.org/drawingml/2006/main" cx="3675888" cy="263223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e0e85774b84c1f"/>
          </a:graphicData>
        </a:graphic>
      </p:graphicFrame>
    </p:spTree>
    <p:extLst>
      <p:ext uri="{BB962C8B-B14F-4D97-AF65-F5344CB8AC3E}">
        <p14:creationId xmlns:p14="http://schemas.microsoft.com/office/powerpoint/2010/main" val="6444332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mporary frequency title">
            <a:extLst xmlns:a="http://schemas.openxmlformats.org/drawingml/2006/main">
              <a:ext uri="{FF2B5EF4-FFF2-40B4-BE49-F238E27FC236}">
                <a16:creationId xmlns:a16="http://schemas.microsoft.com/office/drawing/2014/main" id="{14305B6B-9726-4CED-907A-01F9116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84048"/>
            <a:ext cx="10808208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GRIM Frequency Sweep</a:t>
            </a:r>
          </a:p>
        </p:txBody>
      </p:sp>
      <p:sp>
        <p:nvSpPr>
          <p:cNvPr id="2" name="Temporary frequency note">
            <a:extLst xmlns:a="http://schemas.openxmlformats.org/drawingml/2006/main">
              <a:ext uri="{FF2B5EF4-FFF2-40B4-BE49-F238E27FC236}">
                <a16:creationId xmlns:a16="http://schemas.microsoft.com/office/drawing/2014/main" id="{068899C3-0C75-4F56-8137-0013B79F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714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Temporary seed slide; replace styling on the target machine.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85800" y="996696"/>
          <a:ext xmlns:a="http://schemas.openxmlformats.org/drawingml/2006/main" cx="10820400" cy="5340572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9cced2797549d5"/>
          </a:graphicData>
        </a:graphic>
      </p:graphicFrame>
    </p:spTree>
    <p:extLst>
      <p:ext uri="{BB962C8B-B14F-4D97-AF65-F5344CB8AC3E}">
        <p14:creationId xmlns:p14="http://schemas.microsoft.com/office/powerpoint/2010/main" val="1684278063"/>
      </p:ext>
    </p:extLst>
  </p:cSld>
</p:sld>
</file>

<file path=ppt/theme/theme1.xml><?xml version="1.0" encoding="utf-8"?>
<a:theme xmlns:a="http://schemas.openxmlformats.org/drawingml/2006/main" name="GRIM Report">
  <a:themeElements>
    <a:clrScheme name="GRIM Repo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RIM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GRIM</ap:Application>
  <ap:PresentationFormat>GRIM Report Template</ap:PresentationFormat>
  <ap:Slides>2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GRIM</dc:creator>
  <lastModifiedBy>GRIM</lastModifiedBy>
  <dc:title>GRIM Report Template</dc:title>
  <dcterms:created xsi:type="dcterms:W3CDTF">2026-08-26T18:06:06.4720000Z</dcterms:created>
  <dcterms:modified xsi:type="dcterms:W3CDTF">2026-08-26T18:06:06.4730000Z</dcterms:modified>
</coreProperties>
</file>